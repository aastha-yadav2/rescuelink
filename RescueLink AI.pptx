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163D5-FA02-431F-A10C-6F79F426B3B1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0415E-C024-46CE-B94A-19E10D5CEE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25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60415E-C024-46CE-B94A-19E10D5CEE3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708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0826F-FD1B-3FE9-0903-AE0580E9A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FED09-C150-E6DF-6A1E-3B45D34C2A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5E008-F29E-164A-3A02-900AE800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B429A-B8BA-05AF-B2F1-41E1EF37F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BFA35-EB2A-E3B3-14E8-AD2F428D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503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A4DA-BDCE-0CEA-6D99-6DC1DA4FA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79386-4E53-9A24-FC50-EAE178857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1F071-B2A6-5D5E-2276-52F791296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4219-EFC8-59E9-2537-5F90A548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95475-8959-8442-10FE-6F49A1DDF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382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F6E9-98E4-9B63-E79A-B8C827F61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BA40-3A8D-76C2-2E3B-116947BA5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84832-4DAE-E13B-0EC3-658F4B0E0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E18EC-954E-312B-DCBA-78FED4C1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D65D2-17B8-953C-2880-B11A18E1F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47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2C47C-E7D0-4804-AEAE-426EA475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DD4F3-5982-4627-CD2B-0499332EF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8885E-426E-6F07-1413-8D2351ECE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F8B1D-D7FB-CBB7-DC6D-5B1E01D67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FC0CB-DA67-66ED-D234-0639D500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7A4ED-6520-0065-2B15-3359B8574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53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90704-A1BC-B3F1-4BCB-EED91947B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C70A8-65EE-A5AA-E9DA-30BFA3AD2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94559A-F14E-F71D-A514-9D73ADAFD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C50331-FBCA-FAF6-2131-DF1000F4FF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D7645-6A0D-5D1C-E9B9-29D45402C6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397EAE-4446-EDC1-B6FE-171C82179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0183A1-0DDA-9D5C-8583-7F6C7FE60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4CC30-10A4-2FA6-016F-AC21688B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9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0945-1FDE-1342-3C5B-9F1D723AA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E187E-6B40-E692-CAC2-1710C18D4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BC228B-7541-5810-F120-730D64E4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E700C-36AE-FCE3-2966-032DF0A45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577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A018B8-C3A6-2C10-F823-6E0CF1698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6E378-9755-4161-CE29-33AD45DD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1201D-793C-9AEE-C7D3-26500508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211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24460-6375-CB6B-E2BC-AC3D9B3F1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624B0-B065-F570-6576-3BE23D555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20B59-E63A-FA91-3310-AA5A3C0DA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6A014-EBC2-3983-0D3C-15A92BE2B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08567-D422-F76A-4D45-94E2A264D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EB51C-3398-CE3A-5D06-35D800D86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0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56135-CB71-4490-0F36-CCBCEEBA1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2AB74-A0FC-1538-A617-8098AD3C5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85AD2-D4BE-6C68-9F58-EDCCEB305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D8998-4E9F-5270-B2B6-E00E16433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31CD3-649A-54E6-5528-7CAAF29F7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AA14A-DFC8-1599-14EF-B9323F10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415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AF78-BF67-F09B-99DA-6E492652E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79085-D814-8E31-DFEF-076713598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B7A81-FD84-43F6-CA7A-0A0F692B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351D2-A985-BA35-6471-A3BBFA12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1A7A5-3B92-FB57-B185-102D8B77A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788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C8AD4-1AAD-58C3-CF3C-13270B69A5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34DDA1-A4A9-87EA-6223-4BC7E5F3B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05D9-B477-DF6E-1E20-BB8B14FBA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3AD6D-758E-48CD-91E0-9833DA7AD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F2EB9-0684-6F34-24CE-21560CF2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257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F3AF03-3B58-37BD-EEC5-B6ED3DFF4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BA447-F1D0-C4DD-9125-1991EF0A6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7EF1A-C2DA-EFB6-E88F-E9467F2CD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F640E-D958-4B81-864D-72B2871DE5A4}" type="datetimeFigureOut">
              <a:rPr lang="en-IN" smtClean="0"/>
              <a:t>26-02-2026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69ADE-380F-4E1C-9127-8F8790E1B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A2DD9-6B68-A8E0-D888-71D65BF9BC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3D1BE-23C3-4A74-8E80-B8C3A43528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97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97725C-6431-496A-B11C-691354780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9A997-32A6-71D3-BFB7-1C618387E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09" y="3023754"/>
            <a:ext cx="5744187" cy="2736965"/>
          </a:xfrm>
        </p:spPr>
        <p:txBody>
          <a:bodyPr anchor="t">
            <a:normAutofit/>
          </a:bodyPr>
          <a:lstStyle/>
          <a:p>
            <a:pPr algn="l"/>
            <a:r>
              <a:rPr lang="en-IN" sz="4600" b="1" dirty="0" err="1">
                <a:solidFill>
                  <a:schemeClr val="accent4">
                    <a:lumMod val="50000"/>
                  </a:schemeClr>
                </a:solidFill>
              </a:rPr>
              <a:t>RescueLink</a:t>
            </a:r>
            <a:r>
              <a:rPr lang="en-IN" sz="4600" b="1" dirty="0">
                <a:solidFill>
                  <a:schemeClr val="accent4">
                    <a:lumMod val="50000"/>
                  </a:schemeClr>
                </a:solidFill>
              </a:rPr>
              <a:t> AI</a:t>
            </a:r>
            <a:br>
              <a:rPr lang="en-IN" sz="4600" dirty="0"/>
            </a:br>
            <a:r>
              <a:rPr lang="en-IN" sz="4600" dirty="0">
                <a:solidFill>
                  <a:srgbClr val="00B0F0"/>
                </a:solidFill>
              </a:rPr>
              <a:t>“When seconds matter, intelligence responds.”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6ED958-978D-4C52-5D37-51AE7DDD4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1016076"/>
            <a:ext cx="4900143" cy="1709849"/>
          </a:xfrm>
        </p:spPr>
        <p:txBody>
          <a:bodyPr anchor="b">
            <a:normAutofit/>
          </a:bodyPr>
          <a:lstStyle/>
          <a:p>
            <a:pPr algn="l"/>
            <a:r>
              <a:rPr lang="en-IN" sz="2000" b="1" dirty="0"/>
              <a:t>Team Name </a:t>
            </a:r>
            <a:r>
              <a:rPr lang="en-IN" sz="2000" dirty="0"/>
              <a:t>– Silver Strikers </a:t>
            </a:r>
          </a:p>
          <a:p>
            <a:pPr algn="l"/>
            <a:r>
              <a:rPr lang="en-IN" sz="2000" b="1" dirty="0"/>
              <a:t>Theme</a:t>
            </a:r>
            <a:r>
              <a:rPr lang="en-IN" sz="2000" dirty="0"/>
              <a:t> -</a:t>
            </a:r>
            <a:r>
              <a:rPr lang="en-US" sz="2000" dirty="0"/>
              <a:t>AI for Inclusive &amp; Real-Time</a:t>
            </a:r>
          </a:p>
          <a:p>
            <a:pPr algn="l"/>
            <a:r>
              <a:rPr lang="en-US" sz="2000"/>
              <a:t>Emergency Response (</a:t>
            </a:r>
            <a:r>
              <a:rPr lang="en-US" sz="2000" b="1"/>
              <a:t>SDG-Driven Innovation</a:t>
            </a:r>
            <a:r>
              <a:rPr lang="en-US" sz="2000"/>
              <a:t>)</a:t>
            </a:r>
            <a:endParaRPr lang="en-IN" sz="20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341B1F-7780-DDC4-E608-CF9406799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9" r="-1" b="9218"/>
          <a:stretch>
            <a:fillRect/>
          </a:stretch>
        </p:blipFill>
        <p:spPr>
          <a:xfrm>
            <a:off x="7114162" y="471748"/>
            <a:ext cx="4324849" cy="255200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1143EA-A1CB-CC44-C536-6CDFA6962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50" r="-1" b="2248"/>
          <a:stretch>
            <a:fillRect/>
          </a:stretch>
        </p:blipFill>
        <p:spPr>
          <a:xfrm>
            <a:off x="7114162" y="3676230"/>
            <a:ext cx="4324849" cy="255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76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108B3-4868-C362-5A39-03BCE222D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IN" sz="5400"/>
              <a:t>Problem Statement</a:t>
            </a:r>
          </a:p>
        </p:txBody>
      </p:sp>
      <p:sp>
        <p:nvSpPr>
          <p:cNvPr id="2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3DEAB-092E-1B4F-7BF8-66D4A73FF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1700"/>
              <a:t>Emergency response delays cost lives</a:t>
            </a:r>
          </a:p>
          <a:p>
            <a:r>
              <a:rPr lang="en-US" sz="1700"/>
              <a:t>Users may be unable to speak</a:t>
            </a:r>
          </a:p>
          <a:p>
            <a:r>
              <a:rPr lang="en-US" sz="1700"/>
              <a:t>Location sharing is often inaccurate</a:t>
            </a:r>
          </a:p>
          <a:p>
            <a:r>
              <a:rPr lang="en-IN" sz="1700"/>
              <a:t>Panic situations reduce clarity</a:t>
            </a:r>
          </a:p>
          <a:p>
            <a:r>
              <a:rPr lang="en-US" sz="1700"/>
              <a:t>Disabled users lack inclusive emergency tools</a:t>
            </a:r>
          </a:p>
          <a:p>
            <a:pPr marL="0" indent="0">
              <a:buNone/>
            </a:pPr>
            <a:r>
              <a:rPr lang="en-IN" sz="1700" b="1"/>
              <a:t>Critical Gap</a:t>
            </a:r>
          </a:p>
          <a:p>
            <a:pPr marL="0" indent="0">
              <a:buNone/>
            </a:pPr>
            <a:r>
              <a:rPr lang="en-US" sz="1700"/>
              <a:t>No intelligent, multimodal, inclusive emergency system exists that works instantly.</a:t>
            </a:r>
            <a:endParaRPr lang="en-IN" sz="1700"/>
          </a:p>
        </p:txBody>
      </p:sp>
      <p:pic>
        <p:nvPicPr>
          <p:cNvPr id="15" name="Picture 14" descr="Stethoscope">
            <a:extLst>
              <a:ext uri="{FF2B5EF4-FFF2-40B4-BE49-F238E27FC236}">
                <a16:creationId xmlns:a16="http://schemas.microsoft.com/office/drawing/2014/main" id="{CE028AFA-7F9E-C179-0C17-FBD812AE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54" r="1379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88848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0647-1C3C-2E2B-B8B0-F5537340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72" y="-161558"/>
            <a:ext cx="10515600" cy="1325563"/>
          </a:xfrm>
        </p:spPr>
        <p:txBody>
          <a:bodyPr/>
          <a:lstStyle/>
          <a:p>
            <a:r>
              <a:rPr lang="en-IN" dirty="0"/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C26AC-9D48-4279-39B9-A74686F33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72" y="869266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 err="1"/>
              <a:t>RescueLink</a:t>
            </a:r>
            <a:r>
              <a:rPr lang="en-IN" b="1" dirty="0"/>
              <a:t> AI</a:t>
            </a:r>
          </a:p>
          <a:p>
            <a:pPr marL="0" indent="0">
              <a:buNone/>
            </a:pPr>
            <a:r>
              <a:rPr lang="en-US" dirty="0"/>
              <a:t>An AI-powered emergency system that supports:</a:t>
            </a:r>
          </a:p>
          <a:p>
            <a:r>
              <a:rPr lang="en-IN" dirty="0"/>
              <a:t>🎤 Voice distress detection</a:t>
            </a:r>
          </a:p>
          <a:p>
            <a:r>
              <a:rPr lang="en-IN" dirty="0"/>
              <a:t>📷 SOS sign language detection</a:t>
            </a:r>
          </a:p>
          <a:p>
            <a:r>
              <a:rPr lang="en-IN" dirty="0"/>
              <a:t>📍 Live GPS tracking</a:t>
            </a:r>
          </a:p>
          <a:p>
            <a:r>
              <a:rPr lang="en-IN" dirty="0"/>
              <a:t>🧠 AI severity classification</a:t>
            </a:r>
          </a:p>
          <a:p>
            <a:r>
              <a:rPr lang="en-IN" dirty="0"/>
              <a:t>👮 Dispatch simulation dashboard</a:t>
            </a:r>
          </a:p>
          <a:p>
            <a:r>
              <a:rPr lang="en-IN" dirty="0"/>
              <a:t>📞 Helpline &amp; family notification</a:t>
            </a:r>
          </a:p>
          <a:p>
            <a:pPr marL="0" indent="0">
              <a:buNone/>
            </a:pPr>
            <a:r>
              <a:rPr lang="en-IN" b="1" dirty="0"/>
              <a:t>Unique Value</a:t>
            </a:r>
          </a:p>
          <a:p>
            <a:pPr marL="0" indent="0">
              <a:buNone/>
            </a:pPr>
            <a:r>
              <a:rPr lang="en-IN" dirty="0"/>
              <a:t>Multimodal + AI-driven + Inclusive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DB289-97AC-5B53-1492-F7D6BC7F5272}"/>
              </a:ext>
            </a:extLst>
          </p:cNvPr>
          <p:cNvSpPr/>
          <p:nvPr/>
        </p:nvSpPr>
        <p:spPr>
          <a:xfrm>
            <a:off x="2799472" y="5988734"/>
            <a:ext cx="724198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i="1" dirty="0"/>
              <a:t>“Minimal dependencies for high reliability.”</a:t>
            </a:r>
            <a:endParaRPr lang="en-US" sz="2800" b="1" i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21A35E-7280-D770-A7E8-E2F7C84B0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732" y="1817508"/>
            <a:ext cx="5751196" cy="40130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440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02316-9182-E774-3E2C-BE8B42255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2AA92CB-2200-3B76-1AC1-ACFD2D1E4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38" r="18225" b="4179"/>
          <a:stretch>
            <a:fillRect/>
          </a:stretch>
        </p:blipFill>
        <p:spPr>
          <a:xfrm>
            <a:off x="4601043" y="467207"/>
            <a:ext cx="7010853" cy="604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84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27107-FDDD-7DB1-2274-EB382144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Technology Stack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923D27-1063-5674-A658-0F0303BF1C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4467092"/>
              </p:ext>
            </p:extLst>
          </p:nvPr>
        </p:nvGraphicFramePr>
        <p:xfrm>
          <a:off x="5922492" y="1306153"/>
          <a:ext cx="5536002" cy="4186944"/>
        </p:xfrm>
        <a:graphic>
          <a:graphicData uri="http://schemas.openxmlformats.org/drawingml/2006/table">
            <a:tbl>
              <a:tblPr/>
              <a:tblGrid>
                <a:gridCol w="1797425">
                  <a:extLst>
                    <a:ext uri="{9D8B030D-6E8A-4147-A177-3AD203B41FA5}">
                      <a16:colId xmlns:a16="http://schemas.microsoft.com/office/drawing/2014/main" val="73309853"/>
                    </a:ext>
                  </a:extLst>
                </a:gridCol>
                <a:gridCol w="3738577">
                  <a:extLst>
                    <a:ext uri="{9D8B030D-6E8A-4147-A177-3AD203B41FA5}">
                      <a16:colId xmlns:a16="http://schemas.microsoft.com/office/drawing/2014/main" val="371381920"/>
                    </a:ext>
                  </a:extLst>
                </a:gridCol>
              </a:tblGrid>
              <a:tr h="523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Layer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Technology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087530"/>
                  </a:ext>
                </a:extLst>
              </a:tr>
              <a:tr h="523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Frontend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React + TypeScript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2786963"/>
                  </a:ext>
                </a:extLst>
              </a:tr>
              <a:tr h="523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AI Engine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Gemini API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853457"/>
                  </a:ext>
                </a:extLst>
              </a:tr>
              <a:tr h="523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Voice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Web Speech API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285426"/>
                  </a:ext>
                </a:extLst>
              </a:tr>
              <a:tr h="523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Camera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 err="1">
                          <a:effectLst/>
                          <a:latin typeface="Arial" panose="020B0604020202020204" pitchFamily="34" charset="0"/>
                        </a:rPr>
                        <a:t>MediaDevices</a:t>
                      </a: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 API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3530"/>
                  </a:ext>
                </a:extLst>
              </a:tr>
              <a:tr h="523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Map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Leaflet + OpenStreetMap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0060610"/>
                  </a:ext>
                </a:extLst>
              </a:tr>
              <a:tr h="523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State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React State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5500447"/>
                  </a:ext>
                </a:extLst>
              </a:tr>
              <a:tr h="52336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>
                          <a:effectLst/>
                          <a:latin typeface="Arial" panose="020B0604020202020204" pitchFamily="34" charset="0"/>
                        </a:rPr>
                        <a:t>Simulation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effectLst/>
                          <a:latin typeface="Arial" panose="020B0604020202020204" pitchFamily="34" charset="0"/>
                        </a:rPr>
                        <a:t>Local Alert Engine</a:t>
                      </a:r>
                    </a:p>
                  </a:txBody>
                  <a:tcPr marL="118947" marR="118947" marT="59474" marB="594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496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8139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B50-F084-2952-66ED-27CAF497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IN" sz="4800"/>
              <a:t>Key Innovations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F8442-C8DC-C63B-085F-DECBC5400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IN" sz="1700" b="1" dirty="0"/>
              <a:t>1️⃣ Smart AI Severity Prediction</a:t>
            </a:r>
          </a:p>
          <a:p>
            <a:r>
              <a:rPr lang="en-IN" sz="1700" dirty="0"/>
              <a:t>Understands emergency context</a:t>
            </a:r>
          </a:p>
          <a:p>
            <a:r>
              <a:rPr lang="en-IN" sz="1700" b="1" dirty="0"/>
              <a:t>2️⃣ Sign Language SOS Detection</a:t>
            </a:r>
          </a:p>
          <a:p>
            <a:r>
              <a:rPr lang="en-IN" sz="1700" dirty="0"/>
              <a:t>Inclusive safety mechanism</a:t>
            </a:r>
          </a:p>
          <a:p>
            <a:r>
              <a:rPr lang="en-IN" sz="1700" b="1" dirty="0"/>
              <a:t>3️⃣ AI Incident Summary Generator</a:t>
            </a:r>
          </a:p>
          <a:p>
            <a:r>
              <a:rPr lang="en-IN" sz="1700" dirty="0"/>
              <a:t>Reduces dispatcher decision time</a:t>
            </a:r>
          </a:p>
          <a:p>
            <a:r>
              <a:rPr lang="en-IN" sz="1700" b="1" dirty="0"/>
              <a:t>4️⃣ Evidence Capture (Video + Timestamp)</a:t>
            </a:r>
          </a:p>
          <a:p>
            <a:r>
              <a:rPr lang="en-IN" sz="1700" b="1" dirty="0"/>
              <a:t>5️⃣ One-Tap Multi-Layer Alert</a:t>
            </a:r>
          </a:p>
          <a:p>
            <a:pPr marL="0" indent="0">
              <a:buNone/>
            </a:pPr>
            <a:r>
              <a:rPr lang="en-US" sz="1700" i="1" dirty="0"/>
              <a:t>Designed for real-world deployment scalability.</a:t>
            </a:r>
            <a:endParaRPr lang="en-IN" sz="17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46EA2-2A88-9BA1-73EA-7CA35F335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597" y="2408903"/>
            <a:ext cx="5789680" cy="37153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22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C8794-EC12-BE09-A098-27B61AD4E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SDG Alignment &amp;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CF944-0460-EA76-32AF-D99B0BD5D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SDG Contribution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Impact Metrics (Projected)</a:t>
            </a:r>
          </a:p>
          <a:p>
            <a:r>
              <a:rPr lang="en-IN" sz="2000" dirty="0"/>
              <a:t>30% faster emergency reporting</a:t>
            </a:r>
          </a:p>
          <a:p>
            <a:r>
              <a:rPr lang="en-IN" sz="2000" dirty="0"/>
              <a:t>Inclusive communication support</a:t>
            </a:r>
          </a:p>
          <a:p>
            <a:r>
              <a:rPr lang="en-IN" sz="2000" dirty="0"/>
              <a:t>Reduced manual dispatcher burden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8957B7-05A7-A2FB-9369-A47BAB8B5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97420"/>
              </p:ext>
            </p:extLst>
          </p:nvPr>
        </p:nvGraphicFramePr>
        <p:xfrm>
          <a:off x="838200" y="2286483"/>
          <a:ext cx="10515600" cy="18288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9854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295408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SDG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6597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SDG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 medical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1697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SDG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Accessibility for disabled 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11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SDG 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Safer communities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803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SDG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Smart emergency infrastructure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5098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58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085BA-61A7-B7FE-B3B4-4449C557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Feasibility &amp; Future Scope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85F0B4-A77D-37B2-5F38-E55419D0C3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4438628"/>
              </p:ext>
            </p:extLst>
          </p:nvPr>
        </p:nvGraphicFramePr>
        <p:xfrm>
          <a:off x="838200" y="1825625"/>
          <a:ext cx="10515600" cy="3405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8186351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2315660"/>
                    </a:ext>
                  </a:extLst>
                </a:gridCol>
              </a:tblGrid>
              <a:tr h="68102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Future Roadmap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500202"/>
                  </a:ext>
                </a:extLst>
              </a:tr>
              <a:tr h="681027">
                <a:tc>
                  <a:txBody>
                    <a:bodyPr/>
                    <a:lstStyle/>
                    <a:p>
                      <a:r>
                        <a:rPr lang="en-IN" dirty="0"/>
                        <a:t>✔ Uses existing browser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Real-time government API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7704187"/>
                  </a:ext>
                </a:extLst>
              </a:tr>
              <a:tr h="681027">
                <a:tc>
                  <a:txBody>
                    <a:bodyPr/>
                    <a:lstStyle/>
                    <a:p>
                      <a:r>
                        <a:rPr lang="en-IN" dirty="0"/>
                        <a:t>✔ Low infrastructure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video object detection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701055"/>
                  </a:ext>
                </a:extLst>
              </a:tr>
              <a:tr h="681027">
                <a:tc>
                  <a:txBody>
                    <a:bodyPr/>
                    <a:lstStyle/>
                    <a:p>
                      <a:r>
                        <a:rPr lang="en-IN" dirty="0"/>
                        <a:t>✔ Scalable backend integration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Risk heatmap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547596"/>
                  </a:ext>
                </a:extLst>
              </a:tr>
              <a:tr h="681027">
                <a:tc>
                  <a:txBody>
                    <a:bodyPr/>
                    <a:lstStyle/>
                    <a:p>
                      <a:r>
                        <a:rPr lang="en-US" dirty="0"/>
                        <a:t>✔ Deployable as web or mobile PWA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Multi-language NLP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515584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7AFB785-DABD-C3F2-C08F-DCEEA9E64252}"/>
              </a:ext>
            </a:extLst>
          </p:cNvPr>
          <p:cNvSpPr/>
          <p:nvPr/>
        </p:nvSpPr>
        <p:spPr>
          <a:xfrm>
            <a:off x="770343" y="6064496"/>
            <a:ext cx="1065131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err="1"/>
              <a:t>RescueLink</a:t>
            </a:r>
            <a:r>
              <a:rPr lang="en-US" sz="2400" b="1" dirty="0"/>
              <a:t> AI transforms smartphones into intelligent emergency sensors.</a:t>
            </a:r>
            <a:endParaRPr lang="en-US" sz="24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4563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297</Words>
  <Application>Microsoft Office PowerPoint</Application>
  <PresentationFormat>Widescreen</PresentationFormat>
  <Paragraphs>85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RescueLink AI “When seconds matter, intelligence responds.”</vt:lpstr>
      <vt:lpstr>Problem Statement</vt:lpstr>
      <vt:lpstr>Our Solution</vt:lpstr>
      <vt:lpstr>Architecture Diagram</vt:lpstr>
      <vt:lpstr>Technology Stack </vt:lpstr>
      <vt:lpstr>Key Innovations</vt:lpstr>
      <vt:lpstr>SDG Alignment &amp; Impact</vt:lpstr>
      <vt:lpstr>Feasibility &amp;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Aastha Yadav</dc:creator>
  <cp:lastModifiedBy>Aastha Yadav</cp:lastModifiedBy>
  <cp:revision>3</cp:revision>
  <dcterms:created xsi:type="dcterms:W3CDTF">2026-02-25T14:48:41Z</dcterms:created>
  <dcterms:modified xsi:type="dcterms:W3CDTF">2026-02-26T17:23:59Z</dcterms:modified>
</cp:coreProperties>
</file>